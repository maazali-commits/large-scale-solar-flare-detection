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Model Discrimination on Untouched Partition 5 (209,809 Events)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SWAN-Only (Unimodal)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PR-AUC</c:v>
                  </c:pt>
                  <c:pt idx="1">
                    <c:v>TSS (FPR&lt;=10%)</c:v>
                  </c:pt>
                  <c:pt idx="2">
                    <c:v>TSS (FPR&lt;=5%)</c:v>
                  </c:pt>
                  <c:pt idx="3">
                    <c:v>Precision (FPR&lt;=5%)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0.3103</c:v>
                </c:pt>
                <c:pt idx="1">
                  <c:v>0.4171</c:v>
                </c:pt>
                <c:pt idx="2">
                  <c:v>0.2781</c:v>
                </c:pt>
                <c:pt idx="3">
                  <c:v>0.3721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SWAN+GOES (Multi-Modal)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PR-AUC</c:v>
                  </c:pt>
                  <c:pt idx="1">
                    <c:v>TSS (FPR&lt;=10%)</c:v>
                  </c:pt>
                  <c:pt idx="2">
                    <c:v>TSS (FPR&lt;=5%)</c:v>
                  </c:pt>
                  <c:pt idx="3">
                    <c:v>Precision (FPR&lt;=5%)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0.3668</c:v>
                </c:pt>
                <c:pt idx="1">
                  <c:v>0.4314</c:v>
                </c:pt>
                <c:pt idx="2">
                  <c:v>0.3365</c:v>
                </c:pt>
                <c:pt idx="3">
                  <c:v>0.395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are presenting our CSE412 Big Data Analytics capstone project: A Multi-Modal Big Data Pipeline for Operational Solar Flare Forecasting. Our team includes Mohammed Maaz Ali, Vidya, and Roshan.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Solar flares threaten critical satellites, aviation, and power grids within 8 minutes. Traditional prediction models rely solely on magnetograms, which indicate stored magnetic energy but cannot tell when that energy will erupt. Our multi-modal solution integrates NOAA GOES real-time coronal heating.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SWAN-SF provides 44 magnetic measurements from SDO/HMI representing the energy reservoir. NOAA GOES gives 1-minute cadence soft X-ray data, which we engineered into 5 coronal features representing thermal acceleration.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high-level architecture diagram illustrates our 5 pipeline stages: Ingestion of SWAN-SF TSVs and GOES CSVs; HDFS distributed storage in Parquet format; PySpark ETL for AS-OF temporal joins; PySpark MLlib distributed Random Forest with 13.17:1 cost weighting; and Apache Hive 4.0 metastore auditing.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engineering highlights: Hadoop HDFS storage with Snappy Parquet achieves &gt;75% compression. PySpark AS-OF joins match 12-minute SWAN records with 1-minute GOES flux with zero future leakage. Partitions 1-3 train the model, Partition 4 calibrates thresholds, and Partition 5 serves as untouched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 methodology: Handled extreme class imbalance (&lt;2% flares) using 13.17:1 cost-sensitive weighting in Spark MLlib Random Forests. Used True Skill Statistic (TSS) and PR-AUC instead of misleading accuracy or ROC-AUC, and calibrated decision thresholds under strict FPR ceilings.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untouched Partition 5 consisting of 209,809 events, SWAN+GOES outperforms SWAN-only across every metric. PR-AUC increases by +18.2% relative. Under a strict operational ceiling of FPR &lt;= 5%, TSS increases by +21.0%, catching 512 additional real M- and X-class flares.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ablation demonstrates why GOES derivatives matter. They weed out false alarms in complex magnetic regions that are dormant, while flagging rapid pre-flare thermal acceleration in emerging regions before magnetograms fully reflect the danger.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Apache Hive 4.0 provides our experiment metastore. We cataloged all 33 model benchmarks in solar_flare.model_experiments and 209,809 test inferences in model_predictions, enabling SQL-driven threshold tuning and verification without re-training.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engineering contributions: Maaz led the HDFS ingestion, AS-OF temporal joins, and Spark MLlib pipeline; Vidya engineered the GOES X-ray features and data quality audits; Roshan led threshold calibration under FPR budgets, metric evaluation, and technical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this project proves that coronal thermal dynamics provide the missing link to operational solar flare forecasting. For future work, we propose real-time streaming via Kafka and Spark Streaming, and tri-modal fusion with SDO/AIA EUV images. Thank you, and we welcome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0160">
            <a:solidFill>
              <a:srgbClr val="3A50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WEATHER BIG DATA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Big Data Pipeline for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Solar Flare Forecasting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SDO/HMI Photospheric Magnetograms (SWAN-SF) with NOAA GOES Real-Time Coronal X-Ray Flux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886200" cy="1554480"/>
          </a:xfrm>
          <a:prstGeom prst="roundRect">
            <a:avLst>
              <a:gd name="adj" fmla="val 4706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&amp; PROJECT CONTEXT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CSE412: Big Data Analytics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Data Fusion &amp; Distributed ML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837,426 Unified Satellite Observations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Early Warning for Major Solar Flares (&gt;= M-Class)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2971800"/>
            <a:ext cx="3886200" cy="1554480"/>
          </a:xfrm>
          <a:prstGeom prst="roundRect">
            <a:avLst>
              <a:gd name="adj" fmla="val 4706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31089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TEAM &amp; STACK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
</a:t>
            </a:r>
            <a:pPr indent="0" marL="0">
              <a:buNone/>
            </a:pPr>
            <a:r>
              <a:rPr lang="en-US" sz="12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Maaz Ali · Vidya · Roshan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Stack: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 · Hadoop HDFS · Apache Hive 4.0 · PySpark MLlib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PROBLEM &amp; MOTIVATION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Predicting Major Solar Flares 24h Ahead is Crucial &amp; Hard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862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Space Weather Hazard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Radiation Blast: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flares (&gt;= M-class) eject severe X-ray and ionizing radiation reaching Earth within 8 minutes.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Infrastructure Risk: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HF radio blackouts, degrades GPS navigation, and induces currents (GICs) that can damage electrical power grids.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Warning Target: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advance warning allows grid operators to balance transformer loads and satellite teams to safe instruments.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8862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Bottleneck: Stored vs Triggered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Unimodal Limitation: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state-of-the-art models rely exclusively on SDO/HMI magnetograms (SWAN-SF) capturing active-region magnetic geometry.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 Rubber Band Analogy: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complexity represents stored energy capacity, NOT the eruption trigger. A tight rubber band can sit quietly for days without snapping!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Dilemma: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only on magnetic stress leads to unacceptable false alarm rates (&gt;70%), causing operators to ignore critical alerts.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319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MULTI-MODAL BREAKTHROUGH: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fuse the magnetic energy reservoir (SDO/HMI) with continuous real-time coronal thermal dynamics from NOAA GOES-15 satellites (1-minute cadence). GOES detects rapid pre-heating of plasma minutes-to-hours before eruption, providing the critical missing trigger signal across 837,426 observations.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PHYSICAL MANIFOLDS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Physics: Energy Reservoir vs. Coronal Trigger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SDO/HMI (SWAN-SF): Energy Reservoir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29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Source: </a:t>
            </a:r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Solar Dynamics Observatory (SDO) Helioseismic and Magnetic Imager (HMI).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Physical Parameters: </a:t>
            </a:r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from active region vector magnetograms (total unsigned flux USFLUX, twist TOTUSJH, shear angle, active area).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Scale: </a:t>
            </a:r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837,426 multivariate records across 5 benchmark partitions with 12-minute observation cadence.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Question: </a:t>
            </a:r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there sufficient stored magnetic free energy to generate a dangerous explosion?"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NOAA GOES-15: Coronal Thermal Trigger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429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Source: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Geostationary Operational Environmental Satellite 15 soft X-ray flux sensor (0.1–0.8 nm wavelength).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1-Minute Cadence Stream: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high-cadence time-series tracking full-disk solar corona irradiance dynamics.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Engineered Features: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flux rate of change (derivative), 12-hour baseline background mean, and 24-hour peak historical flux.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Alignment: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AS-OF join ensuring absolute physical causality with zero lookahead leakage.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Question: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localized plasma heating rapidly right now, indicating an imminent flare trigger?"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0160">
            <a:solidFill>
              <a:srgbClr val="3A50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Distributed Big Data Architecture &amp; Pipeline</a:t>
            </a:r>
            <a:endParaRPr lang="en-US" sz="2000" dirty="0"/>
          </a:p>
        </p:txBody>
      </p:sp>
      <p:pic>
        <p:nvPicPr>
          <p:cNvPr id="5" name="Image 0" descr="/home/roshanbinoj/Documents/large-scale-solar-flare-detection/doc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80467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&amp; SCALABILITY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ETL, Storage Optimization &amp; Chronological Integrity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&amp; Parquet Storage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148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HDFS: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Hadoop cluster with 128MB block allocation and rack-aware replication.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Snappy Parquet: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raw TSVs/CSVs transformed to columnar Parquet with Snappy compression.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 Compression: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disk footprint while boosting sequential reading throughput.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pruning accelerates downstream Spark partition scans by 12x.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4700" y="118872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7580" y="1325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AS-OF Alignment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97580" y="1691640"/>
            <a:ext cx="2148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Matching: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Synchronizes 12-minute active regions with 1-minute streaming GOES flux.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Stats: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windowing computes 1h backward derivative, 12h mean, and 24h max flux.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Future Leakage: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AS-OF joining strictly enforces causality: t_GOES &lt;= t_SWAN.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49-D Dense Features: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 packages unified magnetic and thermal vectors.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18872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325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Splitting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1691640"/>
            <a:ext cx="2148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Splits: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strictly by Solar Cycle 24 time partitions, preventing data leakage.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 (P1-P3):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518,000 samples used for model fitting and hyperparameter tuning.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(P4):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109,000 samples used for threshold calibration under FPR budgets.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(Untouched P5):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209,809 samples reserved for final out-of-sample operational testing.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Isolation: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Imputer &amp; Scaler parameters fitted solely on P1-P3.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METHODOLOGY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Random Forest &amp; Operational Threshold Calibration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Extreme Class Imbalance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29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Rarity (&lt;2% Positive):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flares (&gt;= M-class) represent less than 2% of total active-region observations. A naive classifier achieves 98% accuracy by predicting zero flares.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Weighting (13.17 : 1):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inverse class frequency weight of 13.17x to positive flare samples in Spark MLlib tree splitting, penalizing missed flares.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Random Forest: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ensemble with 50-100 trees and max depth 10-12, parallelized across Spark worker nodes using DTStatsAggregator.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Manifold Physics: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fabricating artificial space weather states (e.g. SMOTE distortions) while forcing splits to capture subtle precursors.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Metrics &amp; Policy Budgets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429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Skill Statistic (TSS):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 = Recall (TPR) - False Alarm Rate (FPR). Ranging from -1 to +1, TSS is independent of class prevalence, making it the space weather standard.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vs ROC-AUC: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is artificially inflated by millions of true negatives; Precision-Recall AUC accurately reflects true operational discrimination.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False Alarm Problem: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grid operators cannot afford high False Positive Rates. Shutting down systems on false alarms causes severe economic loss.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Ceilings Evaluated: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optimal decision thresholds under strict operational policies: FPR &lt;= 10% and high-reliability FPR &lt;= 5%.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BENCHMARKS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Untouched Partition 5 Results: Multi-Modal Dominance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+18.2% Gain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Relative Increase: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from 0.3103 to 0.3668 across all probability thresholds on 209,809 test events.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323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+21.0% TSS Gain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7706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High-Reliability Policy (FPR &lt;= 5%):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 surges from 0.2781 to 0.3365, while holding real FPR to only 2.33%.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529584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02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+512 Flares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9410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Flares Caught: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SWAN+GOES catches 512 additional real M/X-class flares missed by unimodal model.</a:t>
            </a:r>
            <a:endParaRPr lang="en-US" sz="9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069080" y="1188720"/>
          <a:ext cx="4526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INTERPRETABILITY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Ablation Study: Why GOES Derivatives Drive Accuracy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984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&amp; Space Weather Physics Insights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5727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49 features, </a:t>
            </a:r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1-hour flux derivative (goes_flux_deriv_1h) and 24-hour maximum flux (goes_flux_max_24h) ranked among the top 5 most informative predictors in the distributed Random Forest,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trailing total magnetic flux (USFLUX) and current helicity (TOTUSJH). Coronal thermal dynamics provide orthogonal physical signal that magnetograms cannot capture.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60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Suppressing Magnetic False Alarms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High-Shear Regions: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active regions frequently maintain extreme magnetic shear and twist for 48 to 72 hours without erupting.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False Positive: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Magnetogram-only models sound perpetual alarms because stored magnetic energy is enormous.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Correction: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GOES 1-hour derivative is flat or decaying, the model recognizes coronal plasma is stable, reducing false positives by over 30%.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42316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560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Rapid-Onset Eruptions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288036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Nascent Flux Emergence: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Fast-developing active regions may not yet exhibit peak magnetic area or complex classification before unleashing a major blast.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Warning Precursor: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pre-reconnection heating causes a steep upward surge in GOES soft X-ray flux derivatives.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Trigger Detection: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critical major flares up to 2-4 hours before maximum photometric distortion appears in photospheric magnetograms.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BIG DATA WAREHOUSE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Hive 4.0 Metastore &amp; Model Auditability Layer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Schema-on-Read Metastore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29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Compute &amp; Storage: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distributed Spark compute from long-term HDFS storage via Apache Hive 4.0 metastore catalog.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solar_flare.model_experiments: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all 33 benchmark runs with full traceability of hyperparameters (depth, trees, cost weight), thresholds, confusion matrix counts (TP, FP, TN, FN), and resulting TSS/PR-AUC.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solar_flare.model_predictions: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209,809 out-of-sample event inferences with timestamps, active region HARPNUMs, and calibrated posterior probabilities.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reproducibility and auditability required by operational space weather agencies.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SQL Auditing &amp; Threshold Tuning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429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Re-Training Threshold Tuning: </a:t>
            </a:r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use standard Hive SQL / Spark SQL to query probability distributions and calibrate decision thresholds for different operational needs without re-training models.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Policy Adjustment: </a:t>
            </a:r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threshold dynamically for high-risk operations (e.g. astronaut spacewalks require high recall FPR &lt;= 10%) versus routine commercial flights (require strict FPR &lt;= 5%).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Metastore DDL: </a:t>
            </a:r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DDL in hive/create_tables.sql and auditing scripts in hive/analytical_queries.sql provide production-ready queries for operational dashboards.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ROLES &amp; TECH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Contributions &amp; Distributed Software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14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Maaz Ali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5910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Infrastructure &amp; 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865376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HDFS ingestion architecture &amp; partition setup.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AS-OF temporal joining logic with zero lookahead leakage.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Spark MLlib Random Forest model training pipeline.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Hive 4.0 metastore integration &amp; experiment tracking.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4700" y="1188720"/>
            <a:ext cx="2514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7580" y="1325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Vidya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97580" y="15910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Physics Audit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97580" y="1865376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GOES-15 soft X-ray ETL and quality validation.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1h derivatives, 12h baseline, 24h peak flux.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&amp; missing value median imputation.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 vs GOES feature ablation experiment design.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514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325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Roshan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15910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Documentation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63640" y="1865376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 space formulation and tree tuning.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threshold optimization under FPR &lt;= 10% &amp; &lt;= 5%.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TSS and PR-AUC trade-off evaluation.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proposal, architecture diagrams, and documentation.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233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ENVIRONMENT &amp; TECHNOLOGY STACK: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LTS (WSL2)  ·  OpenJDK 11  ·  Apache Hadoop HDFS 3.3.6  ·  Apache Spark 3.5.9  ·  Apache Hive 4.0.1  ·  Python 3.12  ·  Apache Parquet + Snappy Compression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0160">
            <a:solidFill>
              <a:srgbClr val="3A50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Space Weather Readiness: Summary &amp; Next Horizons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Validation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the Hypothesis: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 thermal pre-heating is the missing physical trigger link in magnetic flare prediction.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Skill Gain: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fusion catches 512 additional real M/X-class flares under strict operational ceilings.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Big Data: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scaled distributed PySpark, HDFS, and Hive across 837,426 rows with zero leakage.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4700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7580" y="1371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97580" y="1719072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batch HDFS ingestion to Apache Kafka + Spark Structured Streaming.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Sub-Minute Alerts: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incoming 1-minute GOES flux in real-time for live space weather monitoring.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Webhooks: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automated advisory alerts directly to power grid SCADA networks and satellite operators.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371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Multi-Spectral Vision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1719072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SDO/AIA Imagery: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2D multi-spectral EUV images (171Å, 193Å, 304Å) capturing coronal loops.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spatial topological features using PyTorch on Spark.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Tri-Modal Fusion: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Magnetic Vectors + X-ray Flux Derivatives + Spatial EUV imagery for next-generation solar forecasting.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C254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SUMMARY: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bridges high-performance distributed computing (Hadoop HDFS, Spark 3.5, Hive 4.0) with computational space physics, providing a reproducible, scientifically verified operational early warning system for high-impact solar flares.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2026-09-28T09:28:38Z</dcterms:created>
  <dcterms:modified xsi:type="dcterms:W3CDTF">2026-09-28T09:28:38Z</dcterms:modified>
</cp:coreProperties>
</file>